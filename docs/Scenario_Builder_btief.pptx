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77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Scenario Builder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0B0B0"/>
                </a:solidFill>
              </a:rPr>
              <a:t>One platform for scenario-based training and assessment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BD5E0"/>
                </a:solidFill>
              </a:rPr>
              <a:t>From scenario to score — one coherent experience.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</a:rPr>
              <a:t>Netcompany — Research &amp; Innovation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65D"/>
                </a:solidFill>
              </a:rPr>
              <a:t>The Challenge &amp; 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Training and assessment teams often face: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Fragmented tools — scenario catalogues, exercises, and analytics live in different systems or spreadsheets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Mixed technologies — different scenario types and backends require custom integrations every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Real-time needs — exercises need timers, draft saving, and instant submit; hard to do well ad hoc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Scale and reliability — more users and scenarios demand a single, robust frontend that works everywhere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B6CB0"/>
                </a:solidFill>
              </a:rPr>
              <a:t>"Instead of building one-off UIs per project, we designed a modular, reusable platform."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640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6CB0"/>
                </a:solidFill>
              </a:rPr>
              <a:t>The Solution: Scenario Builder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17720" y="9144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One place — run exercises, track assignments, and view analytics in a single, secure application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Real-time exercises — pick a scenario, work through incidents step-by-step with a countdown timer; save progress and submit for grading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Clear outcomes — assignment history, per-incident scores, cohort comparison, and exportable reports (e.g. PDF)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</a:rPr>
              <a:t>• Secure &amp; flexible — identity and access via your existing identity provider; works across training and pilot environments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30175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B6CB0"/>
                </a:solidFill>
              </a:rPr>
              <a:t>A production-ready digital backbone for scenario-based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End-to-end flow in one platform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234440" cy="640080"/>
          </a:xfrm>
          <a:prstGeom prst="rect">
            <a:avLst/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85216" y="886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Scenarios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85216" y="1161288"/>
            <a:ext cx="1161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Catalogue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83080" y="1097280"/>
            <a:ext cx="237744" cy="0"/>
          </a:xfrm>
          <a:prstGeom prst="line">
            <a:avLst/>
          </a:prstGeom>
          <a:noFill/>
          <a:ln w="19050">
            <a:solidFill>
              <a:srgbClr val="1A3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39112" y="777240"/>
            <a:ext cx="1234440" cy="640080"/>
          </a:xfrm>
          <a:prstGeom prst="rect">
            <a:avLst/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75688" y="886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75688" y="1161288"/>
            <a:ext cx="1161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Exercise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73552" y="1097280"/>
            <a:ext cx="237744" cy="0"/>
          </a:xfrm>
          <a:prstGeom prst="line">
            <a:avLst/>
          </a:prstGeom>
          <a:noFill/>
          <a:ln w="19050">
            <a:solidFill>
              <a:srgbClr val="1A3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29584" y="777240"/>
            <a:ext cx="1234440" cy="640080"/>
          </a:xfrm>
          <a:prstGeom prst="rect">
            <a:avLst/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886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Incidents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161288"/>
            <a:ext cx="1161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Timer &amp; draft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64024" y="1097280"/>
            <a:ext cx="237744" cy="0"/>
          </a:xfrm>
          <a:prstGeom prst="line">
            <a:avLst/>
          </a:prstGeom>
          <a:noFill/>
          <a:ln w="19050">
            <a:solidFill>
              <a:srgbClr val="1A3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0056" y="777240"/>
            <a:ext cx="1234440" cy="640080"/>
          </a:xfrm>
          <a:prstGeom prst="rect">
            <a:avLst/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56632" y="886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56632" y="1161288"/>
            <a:ext cx="1161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Grading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54496" y="1097280"/>
            <a:ext cx="237744" cy="0"/>
          </a:xfrm>
          <a:prstGeom prst="line">
            <a:avLst/>
          </a:prstGeom>
          <a:noFill/>
          <a:ln w="19050">
            <a:solidFill>
              <a:srgbClr val="1A3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10528" y="777240"/>
            <a:ext cx="1234440" cy="640080"/>
          </a:xfrm>
          <a:prstGeom prst="rect">
            <a:avLst/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47104" y="886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Analytics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47104" y="1161288"/>
            <a:ext cx="1161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2E8F0"/>
                </a:solidFill>
              </a:rPr>
              <a:t>Scores &amp; PDF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4825" y="199834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</a:rPr>
              <a:t>In detail: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318385"/>
            <a:ext cx="8138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1. Scenarios — User browses the catalogue (filterable table), picks a scenario, clicks "Start Simulation"; an assignment is created and linked.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2. Start exercise — App switches to simulation mode (full-screen): one scenario, one attempt. User works through incidents.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3. Incidents — For each: title, timestamp, description, inject. User types response (draft saved automatically); countdown timer; "Next" (with confirmation). Progress can be resumed after refresh.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4. Submit — When all incidents are done or timer reaches zero, user submits; full solution sent for grading; results stored; user returns to main app.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</a:rPr>
              <a:t>5. Analytics — Assignment history with overall scores; per-assignment details (grade per incident, charts); user/cohort analytics (percentile, comparison); export to PDF.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3748"/>
                </a:solidFill>
              </a:rPr>
              <a:t>Same flow for every scenario type — configure once, reuse everywhere.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65D"/>
                </a:solidFill>
              </a:rPr>
              <a:t>Trainees, exercises, LLMs &amp; the feedback loop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</a:rPr>
              <a:t>How trainees create and run exercises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38862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1. Trainees run exercises; they do not author scenarios. Trainers/authors publish scenarios; trainees consume them.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2. Create an exercise — Browse catalogue, pick scenario, "Start Simulation". Platform creates an assignment (one instance) tied to that scenario and trainee.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3. Run — Work through each incident: read description and inject, type response (draft saved), confirm "Next". Countdown timer; can resume after refresh.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4. Submit — When done or time is up, trainee submits; answers sent for grading; assignment complete; scores stored.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5. Result — One trainee, many assignments. Each produces a score and per-incident feedback — raw material for the feedback loop.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0" y="5029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</a:rPr>
              <a:t>LLMs in scenario building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17720" y="74980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Generate or enrich scenario content — incident descriptions, injects, expected-action hints from learning objectives.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Suggest or vary scenarios — recommend by role, skill gap, or past performance; generate variants of existing scenarios.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Support grading and feedback — score free-text answers, generate constructive feedback, suggest model answers.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7830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6CB0"/>
                </a:solidFill>
              </a:rPr>
              <a:t>The feedback loop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2029968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Trainee submits → graded (rule or LLM) → scores and feedback stored and shown in analytics.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Trainee sees results — per-incident grades, overall score, percentile vs. cohort; can export reports (e.g. PDF).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• Aggregated outcomes feed back — authors/trainers refine scenarios, add new ones, recommend next exercises; LLMs can use outcome data to improve scenario generation and feedback.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5763" y="350139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365D"/>
                </a:solidFill>
              </a:rPr>
              <a:t>Cycle: do exercise → get feedback → improve (trainee skills &amp; scenario quality).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51523" y="3893058"/>
            <a:ext cx="1188720" cy="457200"/>
          </a:xfrm>
          <a:prstGeom prst="rect">
            <a:avLst/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8099" y="3938778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Trainee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starts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40243" y="4121658"/>
            <a:ext cx="758952" cy="0"/>
          </a:xfrm>
          <a:prstGeom prst="line">
            <a:avLst/>
          </a:prstGeom>
          <a:noFill/>
          <a:ln w="15240">
            <a:solidFill>
              <a:srgbClr val="1A3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17483" y="3893058"/>
            <a:ext cx="1188720" cy="457200"/>
          </a:xfrm>
          <a:prstGeom prst="rect">
            <a:avLst/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54059" y="3938778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Submit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06203" y="4121658"/>
            <a:ext cx="758952" cy="0"/>
          </a:xfrm>
          <a:prstGeom prst="line">
            <a:avLst/>
          </a:prstGeom>
          <a:noFill/>
          <a:ln w="15240">
            <a:solidFill>
              <a:srgbClr val="1A3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83443" y="3893058"/>
            <a:ext cx="1188720" cy="457200"/>
          </a:xfrm>
          <a:prstGeom prst="rect">
            <a:avLst/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20019" y="3938778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Grade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72163" y="4121658"/>
            <a:ext cx="758952" cy="0"/>
          </a:xfrm>
          <a:prstGeom prst="line">
            <a:avLst/>
          </a:prstGeom>
          <a:noFill/>
          <a:ln w="15240">
            <a:solidFill>
              <a:srgbClr val="1A3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49403" y="3893058"/>
            <a:ext cx="1188720" cy="457200"/>
          </a:xfrm>
          <a:prstGeom prst="rect">
            <a:avLst/>
          </a:prstGeom>
          <a:solidFill>
            <a:srgbClr val="2B6CB0"/>
          </a:solidFill>
          <a:ln w="127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85979" y="3938778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Feedback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&amp; analytics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60629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65D"/>
                </a:solidFill>
              </a:rPr>
              <a:t>Why It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</a:rPr>
              <a:t>Strategic value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• Stop reinventing — Reuse the same platform for new scenarios and clients instead of building one-off training UIs.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• Build lasting IP — One reusable flow becomes your standard for training products.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• Scale with confidence — One architecture for many domains: incident response, assessments, cohort analytics.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• Trust and compliance — Centralised identity, secure access, and consistent integration simplify security and audit.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B6CB0"/>
                </a:solidFill>
              </a:rPr>
              <a:t>"Transforms project execution capability into strategic digital leverage."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</a:rPr>
              <a:t>We deliver a production-ready training platform — scalable digital foundations for the long term.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200400"/>
            <a:ext cx="8595360" cy="173736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 you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0"/>
                </a:solidFill>
              </a:rPr>
              <a:t>Scenario Builder — One platform. Many </a:t>
            </a:r>
            <a:r>
              <a:rPr lang="en-US" sz="1400">
                <a:solidFill>
                  <a:srgbClr val="CBD5E0"/>
                </a:solidFill>
              </a:rPr>
              <a:t>scenarios.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</a:rPr>
              <a:t>Netcompany — Research &amp; Innovation Development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859</Words>
  <Application>Microsoft Office PowerPoint</Application>
  <PresentationFormat>On-screen Show (16:9)</PresentationFormat>
  <Paragraphs>75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Netcompany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Builder — Platform Overview</dc:title>
  <dc:subject>Scenario-based training and assessment platform</dc:subject>
  <dc:creator>Netcompany — Research &amp; Innovation Development</dc:creator>
  <cp:lastModifiedBy>CHASAPAS Konstantinos</cp:lastModifiedBy>
  <cp:revision>2</cp:revision>
  <dcterms:created xsi:type="dcterms:W3CDTF">2026-03-03T14:40:30Z</dcterms:created>
  <dcterms:modified xsi:type="dcterms:W3CDTF">2026-03-03T14:46:02Z</dcterms:modified>
</cp:coreProperties>
</file>